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8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67.xml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08330" y="1501140"/>
            <a:ext cx="5176520" cy="754380"/>
          </a:xfrm>
        </p:spPr>
        <p:txBody>
          <a:bodyPr/>
          <a:lstStyle/>
          <a:p>
            <a:r>
              <a:rPr lang="zh-CN" altLang="en-US" b="1" dirty="0"/>
              <a:t>余弦定理：</a:t>
            </a:r>
            <a:endParaRPr lang="zh-CN" altLang="en-US" b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411595" y="1501140"/>
            <a:ext cx="5176520" cy="630555"/>
          </a:xfrm>
        </p:spPr>
        <p:txBody>
          <a:bodyPr/>
          <a:lstStyle/>
          <a:p>
            <a:r>
              <a:rPr lang="zh-CN" altLang="en-US" b="1">
                <a:sym typeface="+mn-ea"/>
              </a:rPr>
              <a:t>请输入余弦定理：</a:t>
            </a:r>
            <a:endParaRPr lang="zh-CN" altLang="en-US" b="1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请输入</a:t>
            </a:r>
            <a:r>
              <a:rPr lang="zh-CN" altLang="en-US"/>
              <a:t>余弦定理</a:t>
            </a:r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>
            <a:off x="6098400" y="1501200"/>
            <a:ext cx="0" cy="4748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200086" y="2566924"/>
                <a:ext cx="2277110" cy="6400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𝐵𝐶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086" y="2566924"/>
                <a:ext cx="2277110" cy="640080"/>
              </a:xfrm>
              <a:prstGeom prst="rect">
                <a:avLst/>
              </a:prstGeom>
              <a:blipFill rotWithShape="1">
                <a:blip r:embed="rId5"/>
                <a:stretch>
                  <a:fillRect l="-25" t="-40" r="25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3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6_15*f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33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05176_15*f*2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5*a*1"/>
  <p:tag name="KSO_WM_TEMPLATE_CATEGORY" val="custom"/>
  <p:tag name="KSO_WM_TEMPLATE_INDEX" val="20205176"/>
  <p:tag name="KSO_WM_UNIT_LAYERLEVEL" val="1"/>
  <p:tag name="KSO_WM_TAG_VERSION" val="1.0"/>
  <p:tag name="KSO_WM_BEAUTIFY_FLAG" val="#wm#"/>
  <p:tag name="KSO_WM_UNIT_ISNUMDGMTITLE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6_15*i*1"/>
  <p:tag name="KSO_WM_UNIT_LAYERLEVEL" val="1"/>
  <p:tag name="KSO_WM_TAG_VERSION" val="1.0"/>
  <p:tag name="KSO_WM_BEAUTIFY_FLAG" val="#wm#"/>
  <p:tag name="KSO_WM_UNIT_TYPE" val="i"/>
  <p:tag name="KSO_WM_UNIT_INDEX" val="1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LIDE_ID" val="custom20205176_15"/>
  <p:tag name="KSO_WM_TEMPLATE_SUBCATEGORY" val="19"/>
  <p:tag name="KSO_WM_TEMPLATE_MASTER_TYPE" val="0"/>
  <p:tag name="KSO_WM_TEMPLATE_COLOR_TYPE" val="1"/>
  <p:tag name="KSO_WM_SLIDE_ITEM_CNT" val="0"/>
  <p:tag name="KSO_WM_SLIDE_INDEX" val="15"/>
  <p:tag name="KSO_WM_TAG_VERSION" val="1.0"/>
  <p:tag name="KSO_WM_SLIDE_TYPE" val="text"/>
  <p:tag name="KSO_WM_SLIDE_SUBTYPE" val="pureTxt"/>
  <p:tag name="KSO_WM_SLIDE_SIZE" val="864*444"/>
  <p:tag name="KSO_WM_SLIDE_POSITION" val="47*47"/>
  <p:tag name="KSO_WM_SLIDE_LAYOUT" val="a_f"/>
  <p:tag name="KSO_WM_SLIDE_LAYOUT_CNT" val="1_2"/>
  <p:tag name="KSO_WM_UNIT_SHOW_EDIT_AREA_INDICATION" val="1"/>
</p:tagLst>
</file>

<file path=ppt/tags/tag68.xml><?xml version="1.0" encoding="utf-8"?>
<p:tagLst xmlns:p="http://schemas.openxmlformats.org/presentationml/2006/main">
  <p:tag name="COMMONDATA" val="eyJoZGlkIjoiNzIyZDUxMGYxNmM2YzM2NDljZGZkMGE1NzIxMzI0ZTUifQ==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1_Office 主题​​</vt:lpstr>
      <vt:lpstr>单击此处添加标题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WPS学院</cp:lastModifiedBy>
  <cp:revision>172</cp:revision>
  <dcterms:created xsi:type="dcterms:W3CDTF">2019-06-19T02:08:00Z</dcterms:created>
  <dcterms:modified xsi:type="dcterms:W3CDTF">2022-08-01T08:35:24Z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C2A9F58B17B049FB93C12ED2FFB10974</vt:lpwstr>
  </property>
</Properties>
</file>