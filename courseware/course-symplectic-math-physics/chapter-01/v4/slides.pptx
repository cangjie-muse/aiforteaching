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db2deba7ce4051" /><Relationship Type="http://schemas.openxmlformats.org/officeDocument/2006/relationships/extended-properties" Target="/docProps/app.xml" Id="R736d654ae47241c8" /><Relationship Type="http://schemas.openxmlformats.org/officeDocument/2006/relationships/officeDocument" Target="/ppt/presentation.xml" Id="Ra7608529f23948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b16c5bb44d4219"/>
  </p:sldMasterIdLst>
  <p:notesMasterIdLst>
    <p:notesMasterId xmlns:r="http://schemas.openxmlformats.org/officeDocument/2006/relationships" r:id="R1be44783409a4ec5"/>
  </p:notesMasterIdLst>
  <p:sldIdLst>
    <p:sldId xmlns:r="http://schemas.openxmlformats.org/officeDocument/2006/relationships" id="256" r:id="R2f276032a1a84446"/>
    <p:sldId xmlns:r="http://schemas.openxmlformats.org/officeDocument/2006/relationships" id="257" r:id="R0d81f3e28e6541e6"/>
    <p:sldId xmlns:r="http://schemas.openxmlformats.org/officeDocument/2006/relationships" id="258" r:id="Rc6e1490fd6334b0f"/>
    <p:sldId xmlns:r="http://schemas.openxmlformats.org/officeDocument/2006/relationships" id="259" r:id="Ra6e102c6b79c4eed"/>
    <p:sldId xmlns:r="http://schemas.openxmlformats.org/officeDocument/2006/relationships" id="260" r:id="R71ea1e607c144410"/>
    <p:sldId xmlns:r="http://schemas.openxmlformats.org/officeDocument/2006/relationships" id="261" r:id="R15e92653f110449a"/>
    <p:sldId xmlns:r="http://schemas.openxmlformats.org/officeDocument/2006/relationships" id="262" r:id="R1d4e61592b414663"/>
    <p:sldId xmlns:r="http://schemas.openxmlformats.org/officeDocument/2006/relationships" id="263" r:id="R1648afa300524531"/>
    <p:sldId xmlns:r="http://schemas.openxmlformats.org/officeDocument/2006/relationships" id="264" r:id="R6d794a62532a49b6"/>
    <p:sldId xmlns:r="http://schemas.openxmlformats.org/officeDocument/2006/relationships" id="265" r:id="Rfe54abc6f13d4231"/>
    <p:sldId xmlns:r="http://schemas.openxmlformats.org/officeDocument/2006/relationships" id="266" r:id="R86b5f68df97a4cfe"/>
    <p:sldId xmlns:r="http://schemas.openxmlformats.org/officeDocument/2006/relationships" id="267" r:id="R434e42dfaeeb43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782d774d6845c7" /><Relationship Type="http://schemas.openxmlformats.org/officeDocument/2006/relationships/slideMaster" Target="/ppt/slideMasters/slideMaster1.xml" Id="Rc1b16c5bb44d4219" /><Relationship Type="http://schemas.openxmlformats.org/officeDocument/2006/relationships/notesMaster" Target="/ppt/notesMasters/notesMaster1.xml" Id="R1be44783409a4ec5" /><Relationship Type="http://schemas.openxmlformats.org/officeDocument/2006/relationships/presProps" Target="/ppt/presProps.xml" Id="R86f1d21332274923" /><Relationship Type="http://schemas.openxmlformats.org/officeDocument/2006/relationships/tableStyles" Target="/ppt/tableStyles.xml" Id="R882b17148a7a442b" /><Relationship Type="http://schemas.openxmlformats.org/officeDocument/2006/relationships/slide" Target="/ppt/slides/slide1.xml" Id="R2f276032a1a84446" /><Relationship Type="http://schemas.openxmlformats.org/officeDocument/2006/relationships/slide" Target="/ppt/slides/slide2.xml" Id="R0d81f3e28e6541e6" /><Relationship Type="http://schemas.openxmlformats.org/officeDocument/2006/relationships/slide" Target="/ppt/slides/slide3.xml" Id="Rc6e1490fd6334b0f" /><Relationship Type="http://schemas.openxmlformats.org/officeDocument/2006/relationships/slide" Target="/ppt/slides/slide4.xml" Id="Ra6e102c6b79c4eed" /><Relationship Type="http://schemas.openxmlformats.org/officeDocument/2006/relationships/slide" Target="/ppt/slides/slide5.xml" Id="R71ea1e607c144410" /><Relationship Type="http://schemas.openxmlformats.org/officeDocument/2006/relationships/slide" Target="/ppt/slides/slide6.xml" Id="R15e92653f110449a" /><Relationship Type="http://schemas.openxmlformats.org/officeDocument/2006/relationships/slide" Target="/ppt/slides/slide7.xml" Id="R1d4e61592b414663" /><Relationship Type="http://schemas.openxmlformats.org/officeDocument/2006/relationships/slide" Target="/ppt/slides/slide8.xml" Id="R1648afa300524531" /><Relationship Type="http://schemas.openxmlformats.org/officeDocument/2006/relationships/slide" Target="/ppt/slides/slide9.xml" Id="R6d794a62532a49b6" /><Relationship Type="http://schemas.openxmlformats.org/officeDocument/2006/relationships/slide" Target="/ppt/slides/slide10.xml" Id="Rfe54abc6f13d4231" /><Relationship Type="http://schemas.openxmlformats.org/officeDocument/2006/relationships/slide" Target="/ppt/slides/slide11.xml" Id="R86b5f68df97a4cfe" /><Relationship Type="http://schemas.openxmlformats.org/officeDocument/2006/relationships/slide" Target="/ppt/slides/slide12.xml" Id="R434e42dfaeeb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61ee4d6452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1d5727dfc435b" /><Relationship Type="http://schemas.openxmlformats.org/officeDocument/2006/relationships/notesMaster" Target="/ppt/notesMasters/notesMaster1.xml" Id="Ra0d91092ea2241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a6a148117443e" /><Relationship Type="http://schemas.openxmlformats.org/officeDocument/2006/relationships/notesMaster" Target="/ppt/notesMasters/notesMaster1.xml" Id="Rb5e49344f20d4a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6327bc65a34844" /><Relationship Type="http://schemas.openxmlformats.org/officeDocument/2006/relationships/notesMaster" Target="/ppt/notesMasters/notesMaster1.xml" Id="Rbcd734fec00c46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aeb1a1bbec410a" /><Relationship Type="http://schemas.openxmlformats.org/officeDocument/2006/relationships/notesMaster" Target="/ppt/notesMasters/notesMaster1.xml" Id="Rd25a7220da3e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68ee03c0404c12" /><Relationship Type="http://schemas.openxmlformats.org/officeDocument/2006/relationships/notesMaster" Target="/ppt/notesMasters/notesMaster1.xml" Id="R61b206b4ef2745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a61ad55e7d4cc1" /><Relationship Type="http://schemas.openxmlformats.org/officeDocument/2006/relationships/notesMaster" Target="/ppt/notesMasters/notesMaster1.xml" Id="R6b76a00b154942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7d912c6c87401d" /><Relationship Type="http://schemas.openxmlformats.org/officeDocument/2006/relationships/notesMaster" Target="/ppt/notesMasters/notesMaster1.xml" Id="Rab503ae6105241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34d506d9c44f98" /><Relationship Type="http://schemas.openxmlformats.org/officeDocument/2006/relationships/notesMaster" Target="/ppt/notesMasters/notesMaster1.xml" Id="Rb6a40a2ecee142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1c3cf236c84d80" /><Relationship Type="http://schemas.openxmlformats.org/officeDocument/2006/relationships/notesMaster" Target="/ppt/notesMasters/notesMaster1.xml" Id="R80030fdcb8664b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2ff7c1b0924a34" /><Relationship Type="http://schemas.openxmlformats.org/officeDocument/2006/relationships/notesMaster" Target="/ppt/notesMasters/notesMaster1.xml" Id="R5568107f317d41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0f0fe64e7d480b" /><Relationship Type="http://schemas.openxmlformats.org/officeDocument/2006/relationships/notesMaster" Target="/ppt/notesMasters/notesMaster1.xml" Id="Rb5840329595944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1baac7010b4efa" /><Relationship Type="http://schemas.openxmlformats.org/officeDocument/2006/relationships/notesMaster" Target="/ppt/notesMasters/notesMaster1.xml" Id="R0946183892a2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课程内容来源：辛几何与数学物理课程资源包，知识点.md 第一章。封面摄影：Howchou / Wikimedia Commons / CC BY-SA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课程资源包：知识点.md#kp-ch01-relativity</a:t>
            </a:r>
          </a:p>
          <a:p xmlns:a="http://schemas.openxmlformats.org/drawingml/2006/main">
            <a:r>
              <a:t>课程资源包：知识点.md#kp-ch01-newton-initial-value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课程资源包：知识点.md#kp-ch01-relativity</a:t>
            </a:r>
          </a:p>
          <a:p xmlns:a="http://schemas.openxmlformats.org/drawingml/2006/main">
            <a:r>
              <a:t>课程资源包：知识点.md#kp-ch01-equivariance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课程资源包：知识点.md#kp-ch01-galilean-structure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课程资源包：知识点.md#kp-ch01-galilean-structure</a:t>
            </a:r>
          </a:p>
          <a:p xmlns:a="http://schemas.openxmlformats.org/drawingml/2006/main">
            <a:r>
              <a:t>课程资源包：知识点.md#kp-ch01-relativity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课程资源包：知识点.md#kp-ch01-kinematics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课程资源包：知识点.md#kp-ch01-newton-initial-value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课程资源包：知识点.md#kp-ch01-equivariance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课程资源包：知识点.md#kp-ch01-potential-models</a:t>
            </a:r>
          </a:p>
          <a:p xmlns:a="http://schemas.openxmlformats.org/drawingml/2006/main">
            <a:r>
              <a:t>课程资源包：知识点.md#kp-ch01-escape-velocity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课程资源包：习题.md 中 source-exercise:p012-1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课程资源包：习题.md 中 source-exercise:p011-2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课程资源包：知识点.md#kp-ch01-relativity</a:t>
            </a:r>
          </a:p>
          <a:p xmlns:a="http://schemas.openxmlformats.org/drawingml/2006/main">
            <a:r>
              <a:t>课程资源包：知识点.md#kp-ch01-equivariance</a:t>
            </a:r>
          </a:p>
          <a:p xmlns:a="http://schemas.openxmlformats.org/drawingml/2006/main">
            <a:r>
              <a:t>课程资源包：知识点.md#kp-ch01-escape-velocity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748231a374e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c76dcec8347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89975253d4a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b30173ec240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c233944454a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8086f72ee4b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5DA9A6-56E5-40ED-A33A-81DF3FF24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44E800-A371-4C9B-AAC2-4C199DEE1C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3924FD-F32C-4B44-939E-A015CEA28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40F47-3C3F-4D94-BB50-E0A016B8B1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C9930C-1A60-420F-8968-ED86CB6FA6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941FE7-C7BA-43E8-ABCF-2958BAA52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776225-F087-4DE8-91E7-5AFE192B76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708E5E-1EEA-4501-8378-E0D1011C45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0867ED-CE56-4F6F-9537-C56F420E2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BFC190-B5D2-42C6-8EEF-6B21DEB29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9d2ecf0d7c43f8" /><Relationship Type="http://schemas.openxmlformats.org/officeDocument/2006/relationships/slideLayout" Target="/ppt/slideLayouts/slideLayout1.xml" Id="Rb156121325c043ab" /><Relationship Type="http://schemas.openxmlformats.org/officeDocument/2006/relationships/slideLayout" Target="/ppt/slideLayouts/slideLayout2.xml" Id="R8f41502e91af4f8a" /><Relationship Type="http://schemas.openxmlformats.org/officeDocument/2006/relationships/slideLayout" Target="/ppt/slideLayouts/slideLayout3.xml" Id="R1f3e4d0ac3ea4afc" /><Relationship Type="http://schemas.openxmlformats.org/officeDocument/2006/relationships/slideLayout" Target="/ppt/slideLayouts/slideLayout4.xml" Id="Rb61113dbb98649da" /><Relationship Type="http://schemas.openxmlformats.org/officeDocument/2006/relationships/slideLayout" Target="/ppt/slideLayouts/slideLayout5.xml" Id="R0510b2be11ce436b" /><Relationship Type="http://schemas.openxmlformats.org/officeDocument/2006/relationships/slideLayout" Target="/ppt/slideLayouts/slideLayout6.xml" Id="R20b070967a9e47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6121325c043ab"/>
    <p:sldLayoutId xmlns:r="http://schemas.openxmlformats.org/officeDocument/2006/relationships" id="2147483650" r:id="R8f41502e91af4f8a"/>
    <p:sldLayoutId xmlns:r="http://schemas.openxmlformats.org/officeDocument/2006/relationships" id="2147483651" r:id="R1f3e4d0ac3ea4afc"/>
    <p:sldLayoutId xmlns:r="http://schemas.openxmlformats.org/officeDocument/2006/relationships" id="2147483652" r:id="Rb61113dbb98649da"/>
    <p:sldLayoutId xmlns:r="http://schemas.openxmlformats.org/officeDocument/2006/relationships" id="2147483653" r:id="R0510b2be11ce436b"/>
    <p:sldLayoutId xmlns:r="http://schemas.openxmlformats.org/officeDocument/2006/relationships" id="2147483654" r:id="R20b070967a9e47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0dc8161e34451" /><Relationship Type="http://schemas.openxmlformats.org/officeDocument/2006/relationships/image" Target="/ppt/media/image.jpeg" Id="R0771fe1921ab408f" /><Relationship Type="http://schemas.openxmlformats.org/officeDocument/2006/relationships/notesSlide" Target="/ppt/notesSlides/notesSlide1.xml" Id="Re26966f5055f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6d1ec1d774b7a" /><Relationship Type="http://schemas.openxmlformats.org/officeDocument/2006/relationships/notesSlide" Target="/ppt/notesSlides/notesSlide2.xml" Id="Rc6087059191941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6cd0bee3f421c" /><Relationship Type="http://schemas.openxmlformats.org/officeDocument/2006/relationships/notesSlide" Target="/ppt/notesSlides/notesSlide3.xml" Id="R6143c9ee9a434a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7f18a242f4198" /><Relationship Type="http://schemas.openxmlformats.org/officeDocument/2006/relationships/notesSlide" Target="/ppt/notesSlides/notesSlide4.xml" Id="Rfb6a0a96eff946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f0f66b7344861" /><Relationship Type="http://schemas.openxmlformats.org/officeDocument/2006/relationships/notesSlide" Target="/ppt/notesSlides/notesSlide5.xml" Id="R29eb85d5380540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d788cd6d54527" /><Relationship Type="http://schemas.openxmlformats.org/officeDocument/2006/relationships/notesSlide" Target="/ppt/notesSlides/notesSlide6.xml" Id="Rf209ba86c87f4e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6155ed7d047c2" /><Relationship Type="http://schemas.openxmlformats.org/officeDocument/2006/relationships/notesSlide" Target="/ppt/notesSlides/notesSlide7.xml" Id="R8d2381c0403b40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8718373eb434f" /><Relationship Type="http://schemas.openxmlformats.org/officeDocument/2006/relationships/notesSlide" Target="/ppt/notesSlides/notesSlide8.xml" Id="Rf353318d74624a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f682a58a94c5f" /><Relationship Type="http://schemas.openxmlformats.org/officeDocument/2006/relationships/notesSlide" Target="/ppt/notesSlides/notesSlide9.xml" Id="Rc198d884b52c44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9a11c14d24f89" /><Relationship Type="http://schemas.openxmlformats.org/officeDocument/2006/relationships/notesSlide" Target="/ppt/notesSlides/notesSlide10.xml" Id="R389a6b60251940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772ec74974a3a" /><Relationship Type="http://schemas.openxmlformats.org/officeDocument/2006/relationships/notesSlide" Target="/ppt/notesSlides/notesSlide11.xml" Id="R7540dad6f7ad4f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0ae62f76743c7" /><Relationship Type="http://schemas.openxmlformats.org/officeDocument/2006/relationships/notesSlide" Target="/ppt/notesSlides/notesSlide12.xml" Id="R383a93d6129947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5C416-080B-4CFA-8ED0-4BA6DA5BD8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1fe1921ab408f"/>
          <a:srcRect xmlns:a="http://schemas.openxmlformats.org/drawingml/2006/main" l="26311" t="0" r="263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0"/>
            <a:ext cx="5029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46875-BC07-4DE3-8BBA-F1DFBA94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rPr>
              <a:t>武汉大学 · 数学与统计学院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3AAB9-42A3-4E5E-95FD-8B740B79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04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第1章 实验事实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6A234-66AB-47FA-96DC-E33959EE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rPr>
              <a:t>辛几何与数学物理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B6C72-E33A-4CAC-83B9-FAFB2497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699E4-E1C4-4C74-9C0A-001C99F0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rPr>
              <a:t>武汉大学数学与统计学院 · 课程建设演示</a:t>
            </a:r>
          </a:p>
        </p:txBody>
      </p:sp>
    </p:spTree>
    <p:extLst>
      <p:ext uri="{BB962C8B-B14F-4D97-AF65-F5344CB8AC3E}">
        <p14:creationId xmlns:p14="http://schemas.microsoft.com/office/powerpoint/2010/main" val="830738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9F715-BDF2-4F32-B650-F49CC1B3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3D42E-F614-47DE-AEB3-DCA0801B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本章学习目标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18DEF-272B-41F9-B206-4457113F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82EC4-9A16-412F-849C-5E0D1A6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E023C-08A6-4037-9BD1-E93E3006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区分物理前提、坐标描述和数学推论。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DE417-8DAF-4ABF-9177-E7C0F76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49054-07D4-44CC-980B-8B06117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把 Newton 运动写成初值问题，并说清存在唯一性的范围。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47B83-D545-4E05-857C-C2A53BCA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FD70A-3284-4062-9C39-EAB1B101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用对称性和能量方法分析具体模型。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CFED3-1D0E-41A2-9CFE-A7F2609E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02 / 12</a:t>
            </a:r>
          </a:p>
        </p:txBody>
      </p:sp>
    </p:spTree>
    <p:extLst>
      <p:ext uri="{BB962C8B-B14F-4D97-AF65-F5344CB8AC3E}">
        <p14:creationId xmlns:p14="http://schemas.microsoft.com/office/powerpoint/2010/main" val="1255497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30141-7B3E-437B-8A18-31343886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EEDE1-FB97-4676-AD99-C17C3FC4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物理前提与适用边界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C9203-9CE4-42EF-9E44-A4F0AA5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AC03-169E-476F-91BF-50E2515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F577B-B3E4-44D5-A5BB-F956E0AD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Galileo 相对性：惯性系中的物理定律同形。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99D14-31FB-4500-ABBC-DAF669F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31171-65CE-498F-807A-DE837A13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Newton 确定性：位置和速度的初值决定后续运动。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85F44-F851-4FF9-ADCC-BB04F37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4752D-E223-4615-A2E5-C5477F6D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地球系通常是近似惯性系；开放子系统可有外界时变作用。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89B5D-BEEC-4AC0-9524-97112CF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03 / 12</a:t>
            </a:r>
          </a:p>
        </p:txBody>
      </p:sp>
    </p:spTree>
    <p:extLst>
      <p:ext uri="{BB962C8B-B14F-4D97-AF65-F5344CB8AC3E}">
        <p14:creationId xmlns:p14="http://schemas.microsoft.com/office/powerpoint/2010/main" val="1289374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7708B-19CA-425A-881B-B2020AE0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14F88-B79F-474C-9C58-B291AA8C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Galilei 结构与坐标变换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12251-4917-4DE8-B2BC-66C9EE9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FB59A-F04B-4767-86EB-4CCCD66F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6039E-C68E-4E84-AB79-0C07F20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τ:E→ℝ 给时间间隔；ker τ 上的内积给同时事件间的距离。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635D1-9EB4-4E64-A35D-29F7295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B3BE2-6562-480A-B56C-247FFB18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选择原点、时间方向与正交空间基后，得到 ℝ×ℝ³ 坐标。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FCC06-D80E-4991-9F05-AF6FCC57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FE003-48BC-48CE-8EA1-B81FDAE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R∈O(3) 包括反射；固定时间方向后不把时间反向列入。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9D021-F7FB-459C-96F8-C2E5E0DE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63F9D-1810-4DB8-B246-4A95126B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t′ = t+s    x′ = Rx+vt+a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BB2CB-7212-4490-A4C8-9F34F36D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04 / 12</a:t>
            </a:r>
          </a:p>
        </p:txBody>
      </p:sp>
    </p:spTree>
    <p:extLst>
      <p:ext uri="{BB962C8B-B14F-4D97-AF65-F5344CB8AC3E}">
        <p14:creationId xmlns:p14="http://schemas.microsoft.com/office/powerpoint/2010/main" val="1003557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91A26-8B53-44DF-AC00-0EEAF35A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2522D-8B8B-45A9-9B2A-B5D87951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坐标变化不等于新的物理运动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42B7D-BA8A-47E0-A443-13C5EA3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10C8F-B1CA-472C-9177-F57F7E7F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40ACD-F10D-45F4-B5E7-70769D35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同一个事件可在不同惯性坐标系中有不同的 (t,x) 数值。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1EC8C-51DB-4C69-8CDF-B7B37369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37BEC-B1B1-4AF6-BCCC-3DCDF0EE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相对性要求方程形式协变，不要求每个坐标分量相同。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7746C-3A63-4745-A273-1FDC4664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743A7-13E2-454F-8630-E7341785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讨论“保持结构”时，先说明哪些量被固定。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1682A-3881-4CC8-89A7-8905750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05 / 12</a:t>
            </a:r>
          </a:p>
        </p:txBody>
      </p:sp>
    </p:spTree>
    <p:extLst>
      <p:ext uri="{BB962C8B-B14F-4D97-AF65-F5344CB8AC3E}">
        <p14:creationId xmlns:p14="http://schemas.microsoft.com/office/powerpoint/2010/main" val="695220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810A0-8602-4A28-90AC-0BB6D7F9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699F2-A933-46BB-B28C-D53D398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运动、轨迹与加速度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8DA1-C473-4CF9-9F43-112AE9D4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2D7A7-DB0E-4A7F-8D92-C564AB2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676DF-B4C7-4F4D-B181-6F38C07F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运动 x(t) 包含时间参数；轨迹 x(I) 只保留空间像。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C2CDA-B725-4930-A807-397AA9EC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3F747-21E4-48E4-B22B-363A64AC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世界线 (t,x(t)) 记录时空过程。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C9511-71C0-4BBA-9A58-8CBCB88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87EC2-15F6-41DF-98D9-410C6EF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正则曲线上加速度分为切向与法向；法向指向曲率中心。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88CDB-F38D-46CB-A8F1-5FAFB1E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D2B55-C18D-4BD8-B8B1-9AEF5A9D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ẍ = s̈T + ṡ²κN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46268-8AB0-42A4-917A-3BF5B04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06 / 12</a:t>
            </a:r>
          </a:p>
        </p:txBody>
      </p:sp>
    </p:spTree>
    <p:extLst>
      <p:ext uri="{BB962C8B-B14F-4D97-AF65-F5344CB8AC3E}">
        <p14:creationId xmlns:p14="http://schemas.microsoft.com/office/powerpoint/2010/main" val="1355603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ACE11-C6CB-40A9-A855-F5EE0C22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A3CE8-41AB-4C48-985F-D40C788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初值问题的数学条件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E5644-F819-428D-A2B9-E172E2D6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13ECE-D0F2-44C7-8507-7D050D1E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C20DE-A514-4751-82FE-90F950DD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构形空间：(ℝ³)ⁿ；状态空间还含速度。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F2C6A-DB6B-4416-9E89-636972B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94AC0-0E59-4F49-AD55-C512A527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连续性与局部 Lipschitz 等假设给局部唯一解。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86633-0BB1-4135-9775-761765B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256E5-F94E-491E-9C6C-718F535C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碰撞、奇点与逃逸可阻止全时间延拓。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54273-D663-43CA-B5A6-93A1B42A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73B86-34E0-45BD-9EAC-DBD6266E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ẋ = v    v̇ = F(x,v,t)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3FD16-B6EB-43CD-8403-4DE83547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07 / 12</a:t>
            </a:r>
          </a:p>
        </p:txBody>
      </p:sp>
    </p:spTree>
    <p:extLst>
      <p:ext uri="{BB962C8B-B14F-4D97-AF65-F5344CB8AC3E}">
        <p14:creationId xmlns:p14="http://schemas.microsoft.com/office/powerpoint/2010/main" val="733632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660E7-A3B9-404A-8F30-DABF387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F7C9B-FF07-4EEE-BEAA-3FB7E7EE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用对称性得到不变运动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7D5B6-5945-42AC-890C-44CDAB98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C9137-EEC9-4493-A45F-7BC5E534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55C13-8FCF-454C-81EC-79CFFAE8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若对称变换固定初始位置与速度，变换后的运动有同一初值。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894BD-EEC9-45C1-BE80-7938FF3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48927-8E97-4E40-A2D5-FB421F73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在解唯一的时间区间内，两运动相同。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83190-CD9E-482D-9CD8-A524DBE5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FFD4E-EE17-4898-B829-AAA9F77F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例如两质点初速度均为零时，初始连线是运动的不变子空间。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7E935-5F52-49D1-AB56-2640A616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结论依赖封闭系统对称性和解的唯一性。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810C0-E1E9-408A-81CD-1FC14ED6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08 / 12</a:t>
            </a:r>
          </a:p>
        </p:txBody>
      </p:sp>
    </p:spTree>
    <p:extLst>
      <p:ext uri="{BB962C8B-B14F-4D97-AF65-F5344CB8AC3E}">
        <p14:creationId xmlns:p14="http://schemas.microsoft.com/office/powerpoint/2010/main" val="850520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F26C0-76D0-4D20-98F3-7F3D3599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2A298-8FD2-433C-949B-513770BF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势能模型与逃逸判据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BE8FA-17FB-4FCB-8795-71A3028A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8997D-015F-4EBA-AFAF-CB0336B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19054-F581-4B1E-9C6D-7830636D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保守力 mᵢẍᵢ=−∇ₓᵢU。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EB2E8-87DB-40A3-8A92-5BA97F64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30E37-C195-478A-9D56-DBB2EFCB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逆平方势 U(r)=−gr₀²/r，仅在 r&gt;0 的模型域使用。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5A3C8-7DC7-4CC2-AC5E-480D9EBD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13B3C-9B36-408F-90FA-706297D9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从 r₀ 出发，E=½v₀²−gr₀≥0 是临界条件。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950B7-7F39-4093-BE55-A346682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965F7-3228-496F-A720-2801CF2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vₑₛc = √(2gr₀)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CC40D-EB68-488A-BECC-F1B4444A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09 / 12</a:t>
            </a:r>
          </a:p>
        </p:txBody>
      </p:sp>
    </p:spTree>
    <p:extLst>
      <p:ext uri="{BB962C8B-B14F-4D97-AF65-F5344CB8AC3E}">
        <p14:creationId xmlns:p14="http://schemas.microsoft.com/office/powerpoint/2010/main" val="723647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F2325-9F6D-46D3-A879-5F5F5EBE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8EC06-55CA-4CEB-802E-B4FE946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课堂练习：原题 p012-1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A640F-A903-4C01-8276-30359B9C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F3667-9A04-4C48-A2E2-F0C513D5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EE6F3-CB9C-45E1-8CA6-579B3909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给定 r̈=−gr₀²/r²，求从地表达到任意远处的最小初速度。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AFC73-9077-46EF-8CF0-4F46A2AF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01D78-399F-4F8E-A29C-8296517B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先写单位质量的守恒能量，再令远处势能趋于零。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23D46-B9C7-4F99-A446-75263796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E2D2D-4719-4FCE-AB85-8E054F03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回答：等号代表什么？本结论忽略了什么？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C816-EFFE-41C4-98E9-8834AA4C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10 / 12</a:t>
            </a:r>
          </a:p>
        </p:txBody>
      </p:sp>
    </p:spTree>
    <p:extLst>
      <p:ext uri="{BB962C8B-B14F-4D97-AF65-F5344CB8AC3E}">
        <p14:creationId xmlns:p14="http://schemas.microsoft.com/office/powerpoint/2010/main" val="448084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3EFD7-72D2-4A6D-8E2C-C88CC6BE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60AA0-2E70-42ED-88A3-643AC438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辨析练习：惯性系是否唯一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94037-89B1-4EC5-A860-2DACCF88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EE270-AED2-4E67-B49D-272E12DB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DF2B8-A43B-48B3-801D-D9517C4E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原题 p011-2：惯性坐标系的类是否唯一？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0D8B8-9337-48EB-87F8-CAA2246F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850D2-8225-48C6-B6CB-578127B5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若长度、时间单位与时间方向没有预先固定，答案是否改变？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B52A0-FB37-4472-9579-539E90EB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0F6DF-FB0F-4D92-B6A8-CD0A6ECD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在固定 Galilei 结构后，哪些变换连接相容坐标系？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EDF70-9B86-4F08-A8BB-FFD084CE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参考结论：不固定单位和时间方向时不唯一。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C46C0-24A7-49BA-9EE5-004CFCE6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11 / 12</a:t>
            </a:r>
          </a:p>
        </p:txBody>
      </p:sp>
    </p:spTree>
    <p:extLst>
      <p:ext uri="{BB962C8B-B14F-4D97-AF65-F5344CB8AC3E}">
        <p14:creationId xmlns:p14="http://schemas.microsoft.com/office/powerpoint/2010/main" val="1507660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D8162-F95B-45E5-9AD0-867E3427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EF6F6-F425-4CBC-9B1B-2430D59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回顾：从前提到可检验结论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C54BB-DD7D-41BA-99E9-367713B4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CD710-F6A6-4646-96ED-54A646B8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15967-7231-4915-9A80-7B16747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先列模型前提与适用范围。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206BA-3064-47BD-8F40-D8996CE2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E71A0-1CB1-4DC5-8BC0-6599899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再选坐标、写动力学方程和初值。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A790-368A-474B-94BD-41F35B15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7BCEB-3E33-4C7D-9EFC-CCA8C136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最后用对称性或守恒量推导结果，并检查边界情形。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93F1D-2F36-4F82-B0B4-D268CA6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V4  ·  12 / 12</a:t>
            </a:r>
          </a:p>
        </p:txBody>
      </p:sp>
    </p:spTree>
    <p:extLst>
      <p:ext uri="{BB962C8B-B14F-4D97-AF65-F5344CB8AC3E}">
        <p14:creationId xmlns:p14="http://schemas.microsoft.com/office/powerpoint/2010/main" val="1476254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2026-10-11T08:33:12.3500000Z</dcterms:created>
  <dcterms:modified xsi:type="dcterms:W3CDTF">2026-10-11T08:33:12.3500000Z</dcterms:modified>
</coreProperties>
</file>